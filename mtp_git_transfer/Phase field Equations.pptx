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27DC8-BCBD-46DE-B773-E4BE9B7BE2AF}" v="32" dt="2024-03-22T07:44:54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Saxena" userId="98ff1212-5a59-4fbd-a71f-63b1a82fa63d" providerId="ADAL" clId="{4D527DC8-BCBD-46DE-B773-E4BE9B7BE2AF}"/>
    <pc:docChg chg="undo redo custSel addSld modSld">
      <pc:chgData name="Ayush Saxena" userId="98ff1212-5a59-4fbd-a71f-63b1a82fa63d" providerId="ADAL" clId="{4D527DC8-BCBD-46DE-B773-E4BE9B7BE2AF}" dt="2024-03-22T07:52:59.652" v="1539" actId="20577"/>
      <pc:docMkLst>
        <pc:docMk/>
      </pc:docMkLst>
      <pc:sldChg chg="modSp mod">
        <pc:chgData name="Ayush Saxena" userId="98ff1212-5a59-4fbd-a71f-63b1a82fa63d" providerId="ADAL" clId="{4D527DC8-BCBD-46DE-B773-E4BE9B7BE2AF}" dt="2024-03-22T06:35:29.304" v="33" actId="20577"/>
        <pc:sldMkLst>
          <pc:docMk/>
          <pc:sldMk cId="2335737486" sldId="257"/>
        </pc:sldMkLst>
        <pc:spChg chg="mod">
          <ac:chgData name="Ayush Saxena" userId="98ff1212-5a59-4fbd-a71f-63b1a82fa63d" providerId="ADAL" clId="{4D527DC8-BCBD-46DE-B773-E4BE9B7BE2AF}" dt="2024-03-22T06:35:29.304" v="33" actId="20577"/>
          <ac:spMkLst>
            <pc:docMk/>
            <pc:sldMk cId="2335737486" sldId="257"/>
            <ac:spMk id="15" creationId="{E26AFABC-8E50-7B31-9B40-84C51DE652BF}"/>
          </ac:spMkLst>
        </pc:spChg>
      </pc:sldChg>
      <pc:sldChg chg="addSp modSp mod">
        <pc:chgData name="Ayush Saxena" userId="98ff1212-5a59-4fbd-a71f-63b1a82fa63d" providerId="ADAL" clId="{4D527DC8-BCBD-46DE-B773-E4BE9B7BE2AF}" dt="2024-03-22T07:34:00.871" v="542" actId="1076"/>
        <pc:sldMkLst>
          <pc:docMk/>
          <pc:sldMk cId="2296941930" sldId="258"/>
        </pc:sldMkLst>
        <pc:spChg chg="add mod">
          <ac:chgData name="Ayush Saxena" userId="98ff1212-5a59-4fbd-a71f-63b1a82fa63d" providerId="ADAL" clId="{4D527DC8-BCBD-46DE-B773-E4BE9B7BE2AF}" dt="2024-03-22T06:36:03.907" v="40" actId="1076"/>
          <ac:spMkLst>
            <pc:docMk/>
            <pc:sldMk cId="2296941930" sldId="258"/>
            <ac:spMk id="12" creationId="{F021BC8A-3471-9B09-F431-991B00A25716}"/>
          </ac:spMkLst>
        </pc:spChg>
        <pc:spChg chg="add mod">
          <ac:chgData name="Ayush Saxena" userId="98ff1212-5a59-4fbd-a71f-63b1a82fa63d" providerId="ADAL" clId="{4D527DC8-BCBD-46DE-B773-E4BE9B7BE2AF}" dt="2024-03-22T06:38:48.871" v="112" actId="1076"/>
          <ac:spMkLst>
            <pc:docMk/>
            <pc:sldMk cId="2296941930" sldId="258"/>
            <ac:spMk id="13" creationId="{C1E6070F-6CB6-B80F-8B45-71CDB8932B2C}"/>
          </ac:spMkLst>
        </pc:spChg>
        <pc:spChg chg="add mod">
          <ac:chgData name="Ayush Saxena" userId="98ff1212-5a59-4fbd-a71f-63b1a82fa63d" providerId="ADAL" clId="{4D527DC8-BCBD-46DE-B773-E4BE9B7BE2AF}" dt="2024-03-22T07:33:57.097" v="541" actId="1076"/>
          <ac:spMkLst>
            <pc:docMk/>
            <pc:sldMk cId="2296941930" sldId="258"/>
            <ac:spMk id="16" creationId="{E7C3C54B-A675-0146-B4B0-EC669330415E}"/>
          </ac:spMkLst>
        </pc:spChg>
        <pc:picChg chg="add mod">
          <ac:chgData name="Ayush Saxena" userId="98ff1212-5a59-4fbd-a71f-63b1a82fa63d" providerId="ADAL" clId="{4D527DC8-BCBD-46DE-B773-E4BE9B7BE2AF}" dt="2024-03-22T07:32:01.394" v="516" actId="1076"/>
          <ac:picMkLst>
            <pc:docMk/>
            <pc:sldMk cId="2296941930" sldId="258"/>
            <ac:picMk id="3" creationId="{AE7D47B3-5EA5-8E97-3878-20F2965F5017}"/>
          </ac:picMkLst>
        </pc:picChg>
        <pc:picChg chg="add mod">
          <ac:chgData name="Ayush Saxena" userId="98ff1212-5a59-4fbd-a71f-63b1a82fa63d" providerId="ADAL" clId="{4D527DC8-BCBD-46DE-B773-E4BE9B7BE2AF}" dt="2024-03-22T07:31:56.839" v="515" actId="1076"/>
          <ac:picMkLst>
            <pc:docMk/>
            <pc:sldMk cId="2296941930" sldId="258"/>
            <ac:picMk id="6" creationId="{E5A3D4EE-08C1-70B3-831E-B7CA6B7D7BF5}"/>
          </ac:picMkLst>
        </pc:picChg>
        <pc:picChg chg="add mod">
          <ac:chgData name="Ayush Saxena" userId="98ff1212-5a59-4fbd-a71f-63b1a82fa63d" providerId="ADAL" clId="{4D527DC8-BCBD-46DE-B773-E4BE9B7BE2AF}" dt="2024-03-22T06:36:59.287" v="41" actId="14100"/>
          <ac:picMkLst>
            <pc:docMk/>
            <pc:sldMk cId="2296941930" sldId="258"/>
            <ac:picMk id="9" creationId="{FEBAEAFC-0403-9C02-E484-4038258368AD}"/>
          </ac:picMkLst>
        </pc:picChg>
        <pc:picChg chg="add mod">
          <ac:chgData name="Ayush Saxena" userId="98ff1212-5a59-4fbd-a71f-63b1a82fa63d" providerId="ADAL" clId="{4D527DC8-BCBD-46DE-B773-E4BE9B7BE2AF}" dt="2024-03-22T07:34:00.871" v="542" actId="1076"/>
          <ac:picMkLst>
            <pc:docMk/>
            <pc:sldMk cId="2296941930" sldId="258"/>
            <ac:picMk id="10" creationId="{4F6CD6D2-FE5F-2EE6-5F18-E09B4ADC45B0}"/>
          </ac:picMkLst>
        </pc:picChg>
        <pc:picChg chg="add mod">
          <ac:chgData name="Ayush Saxena" userId="98ff1212-5a59-4fbd-a71f-63b1a82fa63d" providerId="ADAL" clId="{4D527DC8-BCBD-46DE-B773-E4BE9B7BE2AF}" dt="2024-03-22T07:33:50.622" v="540" actId="1076"/>
          <ac:picMkLst>
            <pc:docMk/>
            <pc:sldMk cId="2296941930" sldId="258"/>
            <ac:picMk id="15" creationId="{CEE2927B-6A03-0C43-523C-D1D99D42D993}"/>
          </ac:picMkLst>
        </pc:picChg>
      </pc:sldChg>
      <pc:sldChg chg="addSp delSp modSp new mod">
        <pc:chgData name="Ayush Saxena" userId="98ff1212-5a59-4fbd-a71f-63b1a82fa63d" providerId="ADAL" clId="{4D527DC8-BCBD-46DE-B773-E4BE9B7BE2AF}" dt="2024-03-22T07:29:40.800" v="513" actId="1076"/>
        <pc:sldMkLst>
          <pc:docMk/>
          <pc:sldMk cId="2377845700" sldId="259"/>
        </pc:sldMkLst>
        <pc:spChg chg="mod">
          <ac:chgData name="Ayush Saxena" userId="98ff1212-5a59-4fbd-a71f-63b1a82fa63d" providerId="ADAL" clId="{4D527DC8-BCBD-46DE-B773-E4BE9B7BE2AF}" dt="2024-03-22T07:03:22.693" v="249" actId="179"/>
          <ac:spMkLst>
            <pc:docMk/>
            <pc:sldMk cId="2377845700" sldId="259"/>
            <ac:spMk id="2" creationId="{CBFA98D5-4BEE-6BAE-6DB2-02471DB33377}"/>
          </ac:spMkLst>
        </pc:spChg>
        <pc:spChg chg="del">
          <ac:chgData name="Ayush Saxena" userId="98ff1212-5a59-4fbd-a71f-63b1a82fa63d" providerId="ADAL" clId="{4D527DC8-BCBD-46DE-B773-E4BE9B7BE2AF}" dt="2024-03-22T07:04:14.024" v="250"/>
          <ac:spMkLst>
            <pc:docMk/>
            <pc:sldMk cId="2377845700" sldId="259"/>
            <ac:spMk id="3" creationId="{2A515B1E-01B5-3A5F-D88B-772C675ABCDF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7" creationId="{8580511B-DA7D-0509-B7CF-F4D53DE5507F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8" creationId="{3A74A9DC-BFC6-FD5C-61D8-8565ABD44E9A}"/>
          </ac:spMkLst>
        </pc:spChg>
        <pc:spChg chg="add del mod">
          <ac:chgData name="Ayush Saxena" userId="98ff1212-5a59-4fbd-a71f-63b1a82fa63d" providerId="ADAL" clId="{4D527DC8-BCBD-46DE-B773-E4BE9B7BE2AF}" dt="2024-03-22T07:06:17.436" v="267" actId="478"/>
          <ac:spMkLst>
            <pc:docMk/>
            <pc:sldMk cId="2377845700" sldId="259"/>
            <ac:spMk id="9" creationId="{E33FAE46-D5DF-B4DA-E9B1-F40DAA6AA449}"/>
          </ac:spMkLst>
        </pc:spChg>
        <pc:spChg chg="add del mod">
          <ac:chgData name="Ayush Saxena" userId="98ff1212-5a59-4fbd-a71f-63b1a82fa63d" providerId="ADAL" clId="{4D527DC8-BCBD-46DE-B773-E4BE9B7BE2AF}" dt="2024-03-22T07:06:16.476" v="266" actId="478"/>
          <ac:spMkLst>
            <pc:docMk/>
            <pc:sldMk cId="2377845700" sldId="259"/>
            <ac:spMk id="10" creationId="{7C9C97D0-A196-5FCE-5C3D-EA6CEE38BE48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11" creationId="{0551D825-F731-8327-0959-0701E0862204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12" creationId="{E6CDC62C-CF19-4CE7-2637-6AA4C191780F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13" creationId="{7076577E-2EAC-0DD4-14BD-136F10CCCC31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14" creationId="{62CF0A5C-EC46-B89E-4BA3-C4EB4124CB53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15" creationId="{96C0286C-75DA-6F5B-D305-4AF9EB96CCFC}"/>
          </ac:spMkLst>
        </pc:spChg>
        <pc:spChg chg="mod">
          <ac:chgData name="Ayush Saxena" userId="98ff1212-5a59-4fbd-a71f-63b1a82fa63d" providerId="ADAL" clId="{4D527DC8-BCBD-46DE-B773-E4BE9B7BE2AF}" dt="2024-03-22T07:05:19.051" v="259"/>
          <ac:spMkLst>
            <pc:docMk/>
            <pc:sldMk cId="2377845700" sldId="259"/>
            <ac:spMk id="16" creationId="{8DE4F617-E34E-1051-4082-C9199B91DB71}"/>
          </ac:spMkLst>
        </pc:spChg>
        <pc:spChg chg="mod topLvl">
          <ac:chgData name="Ayush Saxena" userId="98ff1212-5a59-4fbd-a71f-63b1a82fa63d" providerId="ADAL" clId="{4D527DC8-BCBD-46DE-B773-E4BE9B7BE2AF}" dt="2024-03-22T07:12:37.076" v="327" actId="20577"/>
          <ac:spMkLst>
            <pc:docMk/>
            <pc:sldMk cId="2377845700" sldId="259"/>
            <ac:spMk id="18" creationId="{7370692B-9CDF-D115-C7D0-215D81B364C6}"/>
          </ac:spMkLst>
        </pc:spChg>
        <pc:spChg chg="del mod topLvl">
          <ac:chgData name="Ayush Saxena" userId="98ff1212-5a59-4fbd-a71f-63b1a82fa63d" providerId="ADAL" clId="{4D527DC8-BCBD-46DE-B773-E4BE9B7BE2AF}" dt="2024-03-22T07:11:49.725" v="314" actId="478"/>
          <ac:spMkLst>
            <pc:docMk/>
            <pc:sldMk cId="2377845700" sldId="259"/>
            <ac:spMk id="19" creationId="{5823B16D-AE23-62FA-31D5-E3E7C2319219}"/>
          </ac:spMkLst>
        </pc:spChg>
        <pc:spChg chg="del mod topLvl modVis">
          <ac:chgData name="Ayush Saxena" userId="98ff1212-5a59-4fbd-a71f-63b1a82fa63d" providerId="ADAL" clId="{4D527DC8-BCBD-46DE-B773-E4BE9B7BE2AF}" dt="2024-03-22T07:08:49.312" v="281" actId="478"/>
          <ac:spMkLst>
            <pc:docMk/>
            <pc:sldMk cId="2377845700" sldId="259"/>
            <ac:spMk id="20" creationId="{773A3395-EDA8-5D21-664F-3B0E80831870}"/>
          </ac:spMkLst>
        </pc:spChg>
        <pc:spChg chg="del mod topLvl modVis">
          <ac:chgData name="Ayush Saxena" userId="98ff1212-5a59-4fbd-a71f-63b1a82fa63d" providerId="ADAL" clId="{4D527DC8-BCBD-46DE-B773-E4BE9B7BE2AF}" dt="2024-03-22T07:08:44.829" v="279" actId="478"/>
          <ac:spMkLst>
            <pc:docMk/>
            <pc:sldMk cId="2377845700" sldId="259"/>
            <ac:spMk id="21" creationId="{1D502ABC-1479-B5D7-DB4E-6AC6FBF06EBB}"/>
          </ac:spMkLst>
        </pc:spChg>
        <pc:spChg chg="mod topLvl">
          <ac:chgData name="Ayush Saxena" userId="98ff1212-5a59-4fbd-a71f-63b1a82fa63d" providerId="ADAL" clId="{4D527DC8-BCBD-46DE-B773-E4BE9B7BE2AF}" dt="2024-03-22T07:12:53.315" v="361" actId="20577"/>
          <ac:spMkLst>
            <pc:docMk/>
            <pc:sldMk cId="2377845700" sldId="259"/>
            <ac:spMk id="22" creationId="{5256C4CC-AB24-709A-97C1-E28D8E416186}"/>
          </ac:spMkLst>
        </pc:spChg>
        <pc:spChg chg="del mod topLvl">
          <ac:chgData name="Ayush Saxena" userId="98ff1212-5a59-4fbd-a71f-63b1a82fa63d" providerId="ADAL" clId="{4D527DC8-BCBD-46DE-B773-E4BE9B7BE2AF}" dt="2024-03-22T07:11:48.399" v="313" actId="478"/>
          <ac:spMkLst>
            <pc:docMk/>
            <pc:sldMk cId="2377845700" sldId="259"/>
            <ac:spMk id="23" creationId="{A4750BCD-865E-3C2F-8482-2E91BB976329}"/>
          </ac:spMkLst>
        </pc:spChg>
        <pc:spChg chg="mod topLvl">
          <ac:chgData name="Ayush Saxena" userId="98ff1212-5a59-4fbd-a71f-63b1a82fa63d" providerId="ADAL" clId="{4D527DC8-BCBD-46DE-B773-E4BE9B7BE2AF}" dt="2024-03-22T07:12:42.764" v="335" actId="20577"/>
          <ac:spMkLst>
            <pc:docMk/>
            <pc:sldMk cId="2377845700" sldId="259"/>
            <ac:spMk id="24" creationId="{2FA30245-6934-374F-B27E-CBD09DA9C599}"/>
          </ac:spMkLst>
        </pc:spChg>
        <pc:spChg chg="del mod topLvl">
          <ac:chgData name="Ayush Saxena" userId="98ff1212-5a59-4fbd-a71f-63b1a82fa63d" providerId="ADAL" clId="{4D527DC8-BCBD-46DE-B773-E4BE9B7BE2AF}" dt="2024-03-22T07:11:50.856" v="315" actId="478"/>
          <ac:spMkLst>
            <pc:docMk/>
            <pc:sldMk cId="2377845700" sldId="259"/>
            <ac:spMk id="25" creationId="{43182984-48C3-1FC7-8CCF-05F6F2341BF5}"/>
          </ac:spMkLst>
        </pc:spChg>
        <pc:spChg chg="add del mod topLvl">
          <ac:chgData name="Ayush Saxena" userId="98ff1212-5a59-4fbd-a71f-63b1a82fa63d" providerId="ADAL" clId="{4D527DC8-BCBD-46DE-B773-E4BE9B7BE2AF}" dt="2024-03-22T07:12:45.716" v="339" actId="20577"/>
          <ac:spMkLst>
            <pc:docMk/>
            <pc:sldMk cId="2377845700" sldId="259"/>
            <ac:spMk id="26" creationId="{BB19F31C-7877-5CF6-B54D-C048E5143746}"/>
          </ac:spMkLst>
        </pc:spChg>
        <pc:spChg chg="del mod topLvl">
          <ac:chgData name="Ayush Saxena" userId="98ff1212-5a59-4fbd-a71f-63b1a82fa63d" providerId="ADAL" clId="{4D527DC8-BCBD-46DE-B773-E4BE9B7BE2AF}" dt="2024-03-22T07:11:51.908" v="316" actId="478"/>
          <ac:spMkLst>
            <pc:docMk/>
            <pc:sldMk cId="2377845700" sldId="259"/>
            <ac:spMk id="27" creationId="{9B6B8707-78BB-C4BF-91C8-77A1063A790E}"/>
          </ac:spMkLst>
        </pc:spChg>
        <pc:spChg chg="add del mod">
          <ac:chgData name="Ayush Saxena" userId="98ff1212-5a59-4fbd-a71f-63b1a82fa63d" providerId="ADAL" clId="{4D527DC8-BCBD-46DE-B773-E4BE9B7BE2AF}" dt="2024-03-22T07:10:20.957" v="307" actId="478"/>
          <ac:spMkLst>
            <pc:docMk/>
            <pc:sldMk cId="2377845700" sldId="259"/>
            <ac:spMk id="28" creationId="{A24571AD-AE9F-1B4D-8753-2C9DE12B3FFE}"/>
          </ac:spMkLst>
        </pc:spChg>
        <pc:spChg chg="add del mod">
          <ac:chgData name="Ayush Saxena" userId="98ff1212-5a59-4fbd-a71f-63b1a82fa63d" providerId="ADAL" clId="{4D527DC8-BCBD-46DE-B773-E4BE9B7BE2AF}" dt="2024-03-22T07:25:33.808" v="462" actId="20577"/>
          <ac:spMkLst>
            <pc:docMk/>
            <pc:sldMk cId="2377845700" sldId="259"/>
            <ac:spMk id="41" creationId="{494ADDB0-C60C-8F55-D867-965E1C375F7E}"/>
          </ac:spMkLst>
        </pc:spChg>
        <pc:spChg chg="add mod">
          <ac:chgData name="Ayush Saxena" userId="98ff1212-5a59-4fbd-a71f-63b1a82fa63d" providerId="ADAL" clId="{4D527DC8-BCBD-46DE-B773-E4BE9B7BE2AF}" dt="2024-03-22T07:25:21.055" v="460" actId="14100"/>
          <ac:spMkLst>
            <pc:docMk/>
            <pc:sldMk cId="2377845700" sldId="259"/>
            <ac:spMk id="43" creationId="{789501BB-797F-1B46-4868-BA4F4DBD0B10}"/>
          </ac:spMkLst>
        </pc:spChg>
        <pc:spChg chg="add mod">
          <ac:chgData name="Ayush Saxena" userId="98ff1212-5a59-4fbd-a71f-63b1a82fa63d" providerId="ADAL" clId="{4D527DC8-BCBD-46DE-B773-E4BE9B7BE2AF}" dt="2024-03-22T07:29:15.427" v="511" actId="1076"/>
          <ac:spMkLst>
            <pc:docMk/>
            <pc:sldMk cId="2377845700" sldId="259"/>
            <ac:spMk id="50" creationId="{5D05B385-2400-6E94-9168-F289C67494D2}"/>
          </ac:spMkLst>
        </pc:spChg>
        <pc:grpChg chg="add del mod">
          <ac:chgData name="Ayush Saxena" userId="98ff1212-5a59-4fbd-a71f-63b1a82fa63d" providerId="ADAL" clId="{4D527DC8-BCBD-46DE-B773-E4BE9B7BE2AF}" dt="2024-03-22T07:05:44.139" v="262" actId="478"/>
          <ac:grpSpMkLst>
            <pc:docMk/>
            <pc:sldMk cId="2377845700" sldId="259"/>
            <ac:grpSpMk id="6" creationId="{BDE47C0F-5C06-F03F-77A1-98363B2F86A0}"/>
          </ac:grpSpMkLst>
        </pc:grpChg>
        <pc:grpChg chg="add del mod">
          <ac:chgData name="Ayush Saxena" userId="98ff1212-5a59-4fbd-a71f-63b1a82fa63d" providerId="ADAL" clId="{4D527DC8-BCBD-46DE-B773-E4BE9B7BE2AF}" dt="2024-03-22T07:08:39.704" v="278" actId="165"/>
          <ac:grpSpMkLst>
            <pc:docMk/>
            <pc:sldMk cId="2377845700" sldId="259"/>
            <ac:grpSpMk id="17" creationId="{E061B708-8970-BFF0-7024-38477B537ED3}"/>
          </ac:grpSpMkLst>
        </pc:grpChg>
        <pc:picChg chg="add mod">
          <ac:chgData name="Ayush Saxena" userId="98ff1212-5a59-4fbd-a71f-63b1a82fa63d" providerId="ADAL" clId="{4D527DC8-BCBD-46DE-B773-E4BE9B7BE2AF}" dt="2024-03-22T07:17:18.185" v="397" actId="1076"/>
          <ac:picMkLst>
            <pc:docMk/>
            <pc:sldMk cId="2377845700" sldId="259"/>
            <ac:picMk id="4" creationId="{91E898F7-8784-F958-DDBB-A16130FB6CBE}"/>
          </ac:picMkLst>
        </pc:picChg>
        <pc:picChg chg="add mod">
          <ac:chgData name="Ayush Saxena" userId="98ff1212-5a59-4fbd-a71f-63b1a82fa63d" providerId="ADAL" clId="{4D527DC8-BCBD-46DE-B773-E4BE9B7BE2AF}" dt="2024-03-22T07:17:08.266" v="396" actId="1076"/>
          <ac:picMkLst>
            <pc:docMk/>
            <pc:sldMk cId="2377845700" sldId="259"/>
            <ac:picMk id="5" creationId="{9DEF4778-7F96-A980-8D53-98359A580F40}"/>
          </ac:picMkLst>
        </pc:picChg>
        <pc:picChg chg="add mod">
          <ac:chgData name="Ayush Saxena" userId="98ff1212-5a59-4fbd-a71f-63b1a82fa63d" providerId="ADAL" clId="{4D527DC8-BCBD-46DE-B773-E4BE9B7BE2AF}" dt="2024-03-22T07:16:39.058" v="391" actId="14100"/>
          <ac:picMkLst>
            <pc:docMk/>
            <pc:sldMk cId="2377845700" sldId="259"/>
            <ac:picMk id="29" creationId="{950406E9-FC7E-AD0D-110D-0C4035A0E1F1}"/>
          </ac:picMkLst>
        </pc:picChg>
        <pc:picChg chg="add del mod">
          <ac:chgData name="Ayush Saxena" userId="98ff1212-5a59-4fbd-a71f-63b1a82fa63d" providerId="ADAL" clId="{4D527DC8-BCBD-46DE-B773-E4BE9B7BE2AF}" dt="2024-03-22T07:15:03.119" v="379" actId="478"/>
          <ac:picMkLst>
            <pc:docMk/>
            <pc:sldMk cId="2377845700" sldId="259"/>
            <ac:picMk id="30" creationId="{CF07FD7D-336C-96D4-5A26-DCC62A3CE742}"/>
          </ac:picMkLst>
        </pc:picChg>
        <pc:picChg chg="add mod">
          <ac:chgData name="Ayush Saxena" userId="98ff1212-5a59-4fbd-a71f-63b1a82fa63d" providerId="ADAL" clId="{4D527DC8-BCBD-46DE-B773-E4BE9B7BE2AF}" dt="2024-03-22T07:16:55.430" v="394" actId="1076"/>
          <ac:picMkLst>
            <pc:docMk/>
            <pc:sldMk cId="2377845700" sldId="259"/>
            <ac:picMk id="31" creationId="{0F980B3C-CA61-887B-CA24-5F93E3E5FF11}"/>
          </ac:picMkLst>
        </pc:picChg>
        <pc:picChg chg="add mod">
          <ac:chgData name="Ayush Saxena" userId="98ff1212-5a59-4fbd-a71f-63b1a82fa63d" providerId="ADAL" clId="{4D527DC8-BCBD-46DE-B773-E4BE9B7BE2AF}" dt="2024-03-22T07:16:58.829" v="395" actId="1076"/>
          <ac:picMkLst>
            <pc:docMk/>
            <pc:sldMk cId="2377845700" sldId="259"/>
            <ac:picMk id="32" creationId="{762712F3-6CC5-D01C-A59F-448567BC8216}"/>
          </ac:picMkLst>
        </pc:picChg>
        <pc:picChg chg="add mod">
          <ac:chgData name="Ayush Saxena" userId="98ff1212-5a59-4fbd-a71f-63b1a82fa63d" providerId="ADAL" clId="{4D527DC8-BCBD-46DE-B773-E4BE9B7BE2AF}" dt="2024-03-22T07:16:50.682" v="393" actId="1076"/>
          <ac:picMkLst>
            <pc:docMk/>
            <pc:sldMk cId="2377845700" sldId="259"/>
            <ac:picMk id="33" creationId="{59DD7279-4ED4-05F9-4E6F-AA6D646E8ED7}"/>
          </ac:picMkLst>
        </pc:picChg>
        <pc:picChg chg="add mod">
          <ac:chgData name="Ayush Saxena" userId="98ff1212-5a59-4fbd-a71f-63b1a82fa63d" providerId="ADAL" clId="{4D527DC8-BCBD-46DE-B773-E4BE9B7BE2AF}" dt="2024-03-22T07:16:23.929" v="390" actId="1076"/>
          <ac:picMkLst>
            <pc:docMk/>
            <pc:sldMk cId="2377845700" sldId="259"/>
            <ac:picMk id="34" creationId="{239A7786-3E16-ECF7-7578-6C0B4B68E38E}"/>
          </ac:picMkLst>
        </pc:picChg>
        <pc:picChg chg="add mod">
          <ac:chgData name="Ayush Saxena" userId="98ff1212-5a59-4fbd-a71f-63b1a82fa63d" providerId="ADAL" clId="{4D527DC8-BCBD-46DE-B773-E4BE9B7BE2AF}" dt="2024-03-22T07:17:49.580" v="403" actId="1076"/>
          <ac:picMkLst>
            <pc:docMk/>
            <pc:sldMk cId="2377845700" sldId="259"/>
            <ac:picMk id="35" creationId="{1E9E09E2-7C95-8C8B-7F48-1ACA32EC99D5}"/>
          </ac:picMkLst>
        </pc:picChg>
        <pc:picChg chg="add mod">
          <ac:chgData name="Ayush Saxena" userId="98ff1212-5a59-4fbd-a71f-63b1a82fa63d" providerId="ADAL" clId="{4D527DC8-BCBD-46DE-B773-E4BE9B7BE2AF}" dt="2024-03-22T07:24:45.353" v="443" actId="1076"/>
          <ac:picMkLst>
            <pc:docMk/>
            <pc:sldMk cId="2377845700" sldId="259"/>
            <ac:picMk id="37" creationId="{0423C2F9-04FB-3C84-49C2-776DC233A87D}"/>
          </ac:picMkLst>
        </pc:picChg>
        <pc:picChg chg="add mod">
          <ac:chgData name="Ayush Saxena" userId="98ff1212-5a59-4fbd-a71f-63b1a82fa63d" providerId="ADAL" clId="{4D527DC8-BCBD-46DE-B773-E4BE9B7BE2AF}" dt="2024-03-22T07:23:19.974" v="411" actId="1076"/>
          <ac:picMkLst>
            <pc:docMk/>
            <pc:sldMk cId="2377845700" sldId="259"/>
            <ac:picMk id="39" creationId="{41371C4C-0965-6BE8-E226-CE2222E48EA6}"/>
          </ac:picMkLst>
        </pc:picChg>
        <pc:picChg chg="add mod">
          <ac:chgData name="Ayush Saxena" userId="98ff1212-5a59-4fbd-a71f-63b1a82fa63d" providerId="ADAL" clId="{4D527DC8-BCBD-46DE-B773-E4BE9B7BE2AF}" dt="2024-03-22T07:27:40.771" v="470" actId="1076"/>
          <ac:picMkLst>
            <pc:docMk/>
            <pc:sldMk cId="2377845700" sldId="259"/>
            <ac:picMk id="45" creationId="{BAD21F46-0FE3-2AEC-C407-55DE9B8001D5}"/>
          </ac:picMkLst>
        </pc:picChg>
        <pc:picChg chg="add del mod">
          <ac:chgData name="Ayush Saxena" userId="98ff1212-5a59-4fbd-a71f-63b1a82fa63d" providerId="ADAL" clId="{4D527DC8-BCBD-46DE-B773-E4BE9B7BE2AF}" dt="2024-03-22T07:28:07.305" v="477" actId="478"/>
          <ac:picMkLst>
            <pc:docMk/>
            <pc:sldMk cId="2377845700" sldId="259"/>
            <ac:picMk id="47" creationId="{0BAEEC35-F901-404F-C3AF-DB0333F8B9A5}"/>
          </ac:picMkLst>
        </pc:picChg>
        <pc:picChg chg="add mod">
          <ac:chgData name="Ayush Saxena" userId="98ff1212-5a59-4fbd-a71f-63b1a82fa63d" providerId="ADAL" clId="{4D527DC8-BCBD-46DE-B773-E4BE9B7BE2AF}" dt="2024-03-22T07:28:40.797" v="484" actId="1076"/>
          <ac:picMkLst>
            <pc:docMk/>
            <pc:sldMk cId="2377845700" sldId="259"/>
            <ac:picMk id="49" creationId="{498F6607-0775-398C-F74F-C2CCDC8661C2}"/>
          </ac:picMkLst>
        </pc:picChg>
        <pc:picChg chg="add mod">
          <ac:chgData name="Ayush Saxena" userId="98ff1212-5a59-4fbd-a71f-63b1a82fa63d" providerId="ADAL" clId="{4D527DC8-BCBD-46DE-B773-E4BE9B7BE2AF}" dt="2024-03-22T07:29:40.800" v="513" actId="1076"/>
          <ac:picMkLst>
            <pc:docMk/>
            <pc:sldMk cId="2377845700" sldId="259"/>
            <ac:picMk id="51" creationId="{4CF0D6D4-01E8-6B47-9B29-04448052708A}"/>
          </ac:picMkLst>
        </pc:picChg>
      </pc:sldChg>
      <pc:sldChg chg="addSp modSp new mod">
        <pc:chgData name="Ayush Saxena" userId="98ff1212-5a59-4fbd-a71f-63b1a82fa63d" providerId="ADAL" clId="{4D527DC8-BCBD-46DE-B773-E4BE9B7BE2AF}" dt="2024-03-22T07:52:59.652" v="1539" actId="20577"/>
        <pc:sldMkLst>
          <pc:docMk/>
          <pc:sldMk cId="1371728945" sldId="260"/>
        </pc:sldMkLst>
        <pc:spChg chg="mod">
          <ac:chgData name="Ayush Saxena" userId="98ff1212-5a59-4fbd-a71f-63b1a82fa63d" providerId="ADAL" clId="{4D527DC8-BCBD-46DE-B773-E4BE9B7BE2AF}" dt="2024-03-22T07:34:50.054" v="567" actId="20577"/>
          <ac:spMkLst>
            <pc:docMk/>
            <pc:sldMk cId="1371728945" sldId="260"/>
            <ac:spMk id="2" creationId="{FF3EE5C5-A8BE-FE95-CBB2-94393FA24469}"/>
          </ac:spMkLst>
        </pc:spChg>
        <pc:spChg chg="mod">
          <ac:chgData name="Ayush Saxena" userId="98ff1212-5a59-4fbd-a71f-63b1a82fa63d" providerId="ADAL" clId="{4D527DC8-BCBD-46DE-B773-E4BE9B7BE2AF}" dt="2024-03-22T07:52:59.652" v="1539" actId="20577"/>
          <ac:spMkLst>
            <pc:docMk/>
            <pc:sldMk cId="1371728945" sldId="260"/>
            <ac:spMk id="3" creationId="{4B286FEC-D04A-E7AC-E1B5-7F199721EF99}"/>
          </ac:spMkLst>
        </pc:spChg>
        <pc:picChg chg="add mod">
          <ac:chgData name="Ayush Saxena" userId="98ff1212-5a59-4fbd-a71f-63b1a82fa63d" providerId="ADAL" clId="{4D527DC8-BCBD-46DE-B773-E4BE9B7BE2AF}" dt="2024-03-22T07:52:09.335" v="1523" actId="1076"/>
          <ac:picMkLst>
            <pc:docMk/>
            <pc:sldMk cId="1371728945" sldId="260"/>
            <ac:picMk id="5" creationId="{350DA5E8-66FB-19C3-E23C-18C591D06A89}"/>
          </ac:picMkLst>
        </pc:picChg>
        <pc:picChg chg="add mod">
          <ac:chgData name="Ayush Saxena" userId="98ff1212-5a59-4fbd-a71f-63b1a82fa63d" providerId="ADAL" clId="{4D527DC8-BCBD-46DE-B773-E4BE9B7BE2AF}" dt="2024-03-22T07:52:14.449" v="1524" actId="1076"/>
          <ac:picMkLst>
            <pc:docMk/>
            <pc:sldMk cId="1371728945" sldId="260"/>
            <ac:picMk id="6" creationId="{77E99240-6BFB-4309-D00D-DF2F97D8028B}"/>
          </ac:picMkLst>
        </pc:picChg>
        <pc:picChg chg="add mod">
          <ac:chgData name="Ayush Saxena" userId="98ff1212-5a59-4fbd-a71f-63b1a82fa63d" providerId="ADAL" clId="{4D527DC8-BCBD-46DE-B773-E4BE9B7BE2AF}" dt="2024-03-22T07:52:20.292" v="1525" actId="1076"/>
          <ac:picMkLst>
            <pc:docMk/>
            <pc:sldMk cId="1371728945" sldId="260"/>
            <ac:picMk id="8" creationId="{89526071-4F62-DDBF-FC2C-BE427400230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626DB-916C-8322-9FEA-52BA67E81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BBC57-7C0E-BD3E-C1BF-2332CE668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DF02-3873-DAE9-9C9F-C4FCF40C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A989-0AC9-3CBE-BE96-C10BC2BB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52F88-7144-2390-B89C-3794CB43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95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FF60-1345-C908-CF7B-F7543ECE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DA01D-8C1F-AE52-1E5F-ACA4AB27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1DA52-3740-66AF-C0A5-29AF97F5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D7D8B-C6F6-6E7B-9720-5BE1569CD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77187-EC89-5D28-2C10-4C34C52D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183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29537-781F-5222-2153-A3D347A1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527AD-AAEA-648D-434A-378DC7799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E69C3-77EC-9923-95C9-D8BFB1C6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F8425-315A-931A-197A-FF319E64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EFF8A-0BE7-4801-0ACC-41D64DF0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41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1BCC-8878-8925-CA63-9DE3F4537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704B5-9404-DC6E-269E-86176E4E3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E6D4B-BB92-D66E-2040-E63E3DA48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2086E-6471-830B-A06B-EF7BEF513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2EDB4-7288-C8B4-552B-FCB7A48E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83551-8E72-816C-0113-0D207008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466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B8BC-E1FA-DCE0-5B76-FBDBC44F3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A2714-52FD-696C-AFA6-ED02CFB87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716C8-2E96-2A19-BC9F-1E9C41846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811C7-22A4-1838-3E28-03D8E6B4B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9AD44F-7A76-9D3E-8A14-4E892E017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E644F6-83A2-924E-940B-971016A2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F121BA-E435-F955-B524-491742BF7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81296-14D1-074A-CFAE-1AB5EC22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33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9BAAE-B67D-83BE-CA7D-AD4C1331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41FE47-0D49-9490-19B4-1D959163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D8C4-D4BD-B53D-B63A-CB50087B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59B922-4A41-954E-6396-7669126F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31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169DB-2659-350D-C151-6DF92600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B95B9-F76B-D849-6EFD-36F675F4A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AE843-C1A4-35B8-2729-A886A689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29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E2AD-B69B-9C5C-EACA-4916B0722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FBDBD-E0D4-B5BB-2EAB-058C32B30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AF7B0-ADDA-5661-C2C9-D2A58428D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EF33E-E864-EBA2-B5B0-76A7CE7F1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B66E4-826B-6A4B-8796-B22F0BC1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7A2AF-F242-0A54-E1C1-A732FB8D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22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BC16-EFB6-0C08-2E9F-5446CF2F1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D59C2-4997-6E04-58D3-4BCD6C6AE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4D935-FFF6-0035-0B7D-91AB89FF2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1888D-7D89-57C8-CD88-4744EBDA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39D05-2501-CA75-6702-69030DC0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7B1A7-E122-14B0-BC11-BDAE1B1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41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0C67-A966-BE79-2FC9-2B0D65CB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6BF6-DD4E-AF30-FD4C-BF893FAD1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7B621-4E4F-5D5A-ACA1-631FD722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54A16-999C-7A53-9DAA-4B9F3D99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E61F0-03D9-52AD-7827-D2A471E6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044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3319A-F05B-2682-9BC7-18F3F51DF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19969-51C1-C099-72FF-20C079459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D3B8D-2F21-C31B-6C96-149B5404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828E-2DF0-3420-270A-D3F7FCC1E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FC100-4015-16DE-1771-41142AD5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85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CB836-B13C-D597-05BE-DA1E811D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E838D-DB0F-2DD8-8091-F683C1A82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8FDF5-C3BF-31D8-22C8-FF57E31B6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79F07-B070-4770-961E-ED09728A9AF2}" type="datetimeFigureOut">
              <a:rPr lang="en-IN" smtClean="0"/>
              <a:t>22-03-2024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5721-B3BB-1138-F0A2-8A58E067A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7E0C9-B85A-ABB2-E98C-13FF3A606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65D6-3C0C-4638-8370-4390BD47EC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77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78EE4-85D6-7F87-388A-4A7A7C75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Phase field Equations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20FAE-1B55-3825-BB05-DF507BA71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21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67DA-D1A0-31FC-86D3-BC5C1967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30"/>
            <a:ext cx="10515600" cy="1325563"/>
          </a:xfrm>
        </p:spPr>
        <p:txBody>
          <a:bodyPr/>
          <a:lstStyle/>
          <a:p>
            <a:r>
              <a:rPr lang="en-US" dirty="0"/>
              <a:t>   Variational Problem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E9AC3F-7FDC-0E6E-0D3D-17AA9B0DE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074" y="3429000"/>
            <a:ext cx="7251807" cy="863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F9522-00C5-D07A-4F35-B64C2FBB288F}"/>
              </a:ext>
            </a:extLst>
          </p:cNvPr>
          <p:cNvSpPr txBox="1"/>
          <p:nvPr/>
        </p:nvSpPr>
        <p:spPr>
          <a:xfrm>
            <a:off x="8058538" y="3710755"/>
            <a:ext cx="43107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Total energy functional E in a quasi-static loading regime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39F086-7DE7-C8B5-B40E-178A586D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73" y="4441471"/>
            <a:ext cx="7251807" cy="8160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45D333-19BB-88F6-CA97-1B59AB26D32D}"/>
              </a:ext>
            </a:extLst>
          </p:cNvPr>
          <p:cNvSpPr txBox="1"/>
          <p:nvPr/>
        </p:nvSpPr>
        <p:spPr>
          <a:xfrm>
            <a:off x="8058538" y="4837844"/>
            <a:ext cx="3688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Addition of Phase-field parameter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φ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6AE0AC-D77B-B712-7CCA-25C55364D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73" y="5406177"/>
            <a:ext cx="5590960" cy="11770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9032CE-FD62-224E-029F-3D1EDD0F0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386" y="5791410"/>
            <a:ext cx="2634630" cy="746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8E8D0D-20B6-0205-D4A9-A675A4633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9740" y="1139514"/>
            <a:ext cx="4112519" cy="19870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6AFABC-8E50-7B31-9B40-84C51DE652BF}"/>
              </a:ext>
            </a:extLst>
          </p:cNvPr>
          <p:cNvSpPr txBox="1"/>
          <p:nvPr/>
        </p:nvSpPr>
        <p:spPr>
          <a:xfrm>
            <a:off x="3388955" y="3166501"/>
            <a:ext cx="5190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Fig 1. A solid body </a:t>
            </a:r>
            <a:r>
              <a:rPr kumimoji="0" lang="el-G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en-IN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with a crack </a:t>
            </a:r>
            <a:r>
              <a:rPr kumimoji="0" lang="el-G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approximated by diffused parameter </a:t>
            </a:r>
            <a:r>
              <a:rPr kumimoji="0" lang="el-G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φ</a:t>
            </a:r>
            <a:endParaRPr kumimoji="0" lang="en-IN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737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F910-E7B3-8516-74A7-CB292880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588620" cy="1325563"/>
          </a:xfrm>
        </p:spPr>
        <p:txBody>
          <a:bodyPr/>
          <a:lstStyle/>
          <a:p>
            <a:r>
              <a:rPr lang="en-US" dirty="0"/>
              <a:t>   Governing differential equation in Strong form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D3C1CE-34BF-0F08-E236-A6DF9A0EF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862"/>
          <a:stretch/>
        </p:blipFill>
        <p:spPr>
          <a:xfrm>
            <a:off x="603380" y="1325563"/>
            <a:ext cx="3962907" cy="27052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FA1B18-9406-E07E-52E7-D1FB438D4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12" y="4320844"/>
            <a:ext cx="4738167" cy="615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1BD1E7-E657-0BA8-CAAD-A7488209ECF3}"/>
                  </a:ext>
                </a:extLst>
              </p:cNvPr>
              <p:cNvSpPr txBox="1"/>
              <p:nvPr/>
            </p:nvSpPr>
            <p:spPr>
              <a:xfrm>
                <a:off x="454867" y="5092252"/>
                <a:ext cx="6097554" cy="880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Y is the energetic crack driving force,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IN" dirty="0"/>
                  <a:t> is the effective crack driving force and g(</a:t>
                </a:r>
                <a:r>
                  <a:rPr lang="el-G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φ</a:t>
                </a: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is the </a:t>
                </a:r>
                <a:r>
                  <a:rPr lang="en-IN" dirty="0"/>
                  <a:t>energetic degradation function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1BD1E7-E657-0BA8-CAAD-A7488209E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67" y="5092252"/>
                <a:ext cx="6097554" cy="880369"/>
              </a:xfrm>
              <a:prstGeom prst="rect">
                <a:avLst/>
              </a:prstGeom>
              <a:blipFill>
                <a:blip r:embed="rId4"/>
                <a:stretch>
                  <a:fillRect l="-900" b="-9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97CC2A5-779F-8E5A-E47D-866E3C9C6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460" y="1210008"/>
            <a:ext cx="6335160" cy="8111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7D47B3-5EA5-8E97-3878-20F2965F5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5046" y="2045242"/>
            <a:ext cx="2155994" cy="632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A3D4EE-08C1-70B3-831E-B7CA6B7D7B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0924" y="2026935"/>
            <a:ext cx="2345641" cy="632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AEAFC-0403-9C02-E484-4038258368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422" y="3720020"/>
            <a:ext cx="4653644" cy="2550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6CD6D2-FE5F-2EE6-5F18-E09B4ADC45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0578" y="2718882"/>
            <a:ext cx="3597332" cy="512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21BC8A-3471-9B09-F431-991B00A25716}"/>
              </a:ext>
            </a:extLst>
          </p:cNvPr>
          <p:cNvSpPr txBox="1"/>
          <p:nvPr/>
        </p:nvSpPr>
        <p:spPr>
          <a:xfrm>
            <a:off x="6662609" y="6270790"/>
            <a:ext cx="5202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Fig 2. Variation of </a:t>
            </a:r>
            <a:r>
              <a:rPr kumimoji="0" lang="el-G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considering different geometric crack functions </a:t>
            </a:r>
            <a:r>
              <a:rPr kumimoji="0" lang="el-G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l-G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φ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E6070F-6CB6-B80F-8B45-71CDB8932B2C}"/>
              </a:ext>
            </a:extLst>
          </p:cNvPr>
          <p:cNvSpPr txBox="1"/>
          <p:nvPr/>
        </p:nvSpPr>
        <p:spPr>
          <a:xfrm>
            <a:off x="454867" y="6086124"/>
            <a:ext cx="5202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baseline="-25000" dirty="0"/>
              <a:t>0 </a:t>
            </a:r>
            <a:r>
              <a:rPr lang="en-US" dirty="0"/>
              <a:t>is known as the length scale parameter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EE2927B-6A03-0C43-523C-D1D99D42D9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5338" y="3232577"/>
            <a:ext cx="771171" cy="4145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C3C54B-A675-0146-B4B0-EC669330415E}"/>
              </a:ext>
            </a:extLst>
          </p:cNvPr>
          <p:cNvSpPr txBox="1"/>
          <p:nvPr/>
        </p:nvSpPr>
        <p:spPr>
          <a:xfrm>
            <a:off x="9264019" y="3273772"/>
            <a:ext cx="185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Commonly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941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A98D5-4BEE-6BAE-6DB2-02471DB3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521682" cy="1325563"/>
          </a:xfrm>
        </p:spPr>
        <p:txBody>
          <a:bodyPr/>
          <a:lstStyle/>
          <a:p>
            <a:pPr defTabSz="360363"/>
            <a:r>
              <a:rPr lang="en-US" dirty="0"/>
              <a:t>   Effective crack driving force and energetic         	degradation function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E898F7-8784-F958-DDBB-A16130FB6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4888" y="1325563"/>
            <a:ext cx="3294526" cy="557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F4778-7F96-A980-8D53-98359A580F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393"/>
          <a:stretch/>
        </p:blipFill>
        <p:spPr>
          <a:xfrm>
            <a:off x="7376954" y="1325563"/>
            <a:ext cx="4255384" cy="731847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70692B-9CDF-D115-C7D0-215D81B364C6}"/>
              </a:ext>
            </a:extLst>
          </p:cNvPr>
          <p:cNvSpPr/>
          <p:nvPr/>
        </p:nvSpPr>
        <p:spPr>
          <a:xfrm>
            <a:off x="404034" y="2265944"/>
            <a:ext cx="2066281" cy="819105"/>
          </a:xfrm>
          <a:custGeom>
            <a:avLst/>
            <a:gdLst>
              <a:gd name="connsiteX0" fmla="*/ 0 w 1889521"/>
              <a:gd name="connsiteY0" fmla="*/ 0 h 660456"/>
              <a:gd name="connsiteX1" fmla="*/ 1889521 w 1889521"/>
              <a:gd name="connsiteY1" fmla="*/ 0 h 660456"/>
              <a:gd name="connsiteX2" fmla="*/ 1889521 w 1889521"/>
              <a:gd name="connsiteY2" fmla="*/ 660456 h 660456"/>
              <a:gd name="connsiteX3" fmla="*/ 0 w 1889521"/>
              <a:gd name="connsiteY3" fmla="*/ 660456 h 660456"/>
              <a:gd name="connsiteX4" fmla="*/ 0 w 1889521"/>
              <a:gd name="connsiteY4" fmla="*/ 0 h 6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9521" h="660456">
                <a:moveTo>
                  <a:pt x="0" y="0"/>
                </a:moveTo>
                <a:lnTo>
                  <a:pt x="1889521" y="0"/>
                </a:lnTo>
                <a:lnTo>
                  <a:pt x="1889521" y="660456"/>
                </a:lnTo>
                <a:lnTo>
                  <a:pt x="0" y="6604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92456" tIns="52832" rIns="92456" bIns="5283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latin typeface="Garamond" panose="02020404030301010803" pitchFamily="18" charset="0"/>
              </a:rPr>
              <a:t>Isotropic model with no split</a:t>
            </a:r>
            <a:endParaRPr lang="en-IN" b="1" kern="1200" dirty="0">
              <a:latin typeface="Garamond" panose="02020404030301010803" pitchFamily="18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256C4CC-AB24-709A-97C1-E28D8E416186}"/>
              </a:ext>
            </a:extLst>
          </p:cNvPr>
          <p:cNvSpPr/>
          <p:nvPr/>
        </p:nvSpPr>
        <p:spPr>
          <a:xfrm>
            <a:off x="3373923" y="2265944"/>
            <a:ext cx="2066283" cy="819105"/>
          </a:xfrm>
          <a:custGeom>
            <a:avLst/>
            <a:gdLst>
              <a:gd name="connsiteX0" fmla="*/ 0 w 1889521"/>
              <a:gd name="connsiteY0" fmla="*/ 0 h 660456"/>
              <a:gd name="connsiteX1" fmla="*/ 1889521 w 1889521"/>
              <a:gd name="connsiteY1" fmla="*/ 0 h 660456"/>
              <a:gd name="connsiteX2" fmla="*/ 1889521 w 1889521"/>
              <a:gd name="connsiteY2" fmla="*/ 660456 h 660456"/>
              <a:gd name="connsiteX3" fmla="*/ 0 w 1889521"/>
              <a:gd name="connsiteY3" fmla="*/ 660456 h 660456"/>
              <a:gd name="connsiteX4" fmla="*/ 0 w 1889521"/>
              <a:gd name="connsiteY4" fmla="*/ 0 h 6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9521" h="660456">
                <a:moveTo>
                  <a:pt x="0" y="0"/>
                </a:moveTo>
                <a:lnTo>
                  <a:pt x="1889521" y="0"/>
                </a:lnTo>
                <a:lnTo>
                  <a:pt x="1889521" y="660456"/>
                </a:lnTo>
                <a:lnTo>
                  <a:pt x="0" y="6604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92456" tIns="52832" rIns="92456" bIns="5283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latin typeface="Garamond" panose="02020404030301010803" pitchFamily="18" charset="0"/>
              </a:rPr>
              <a:t>Deviatoric Strain Energy model</a:t>
            </a:r>
            <a:endParaRPr lang="en-IN" b="1" kern="1200" dirty="0">
              <a:latin typeface="Garamond" panose="02020404030301010803" pitchFamily="18" charset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FA30245-6934-374F-B27E-CBD09DA9C599}"/>
              </a:ext>
            </a:extLst>
          </p:cNvPr>
          <p:cNvSpPr/>
          <p:nvPr/>
        </p:nvSpPr>
        <p:spPr>
          <a:xfrm>
            <a:off x="6343813" y="2265944"/>
            <a:ext cx="2066283" cy="819105"/>
          </a:xfrm>
          <a:custGeom>
            <a:avLst/>
            <a:gdLst>
              <a:gd name="connsiteX0" fmla="*/ 0 w 1889521"/>
              <a:gd name="connsiteY0" fmla="*/ 0 h 660456"/>
              <a:gd name="connsiteX1" fmla="*/ 1889521 w 1889521"/>
              <a:gd name="connsiteY1" fmla="*/ 0 h 660456"/>
              <a:gd name="connsiteX2" fmla="*/ 1889521 w 1889521"/>
              <a:gd name="connsiteY2" fmla="*/ 660456 h 660456"/>
              <a:gd name="connsiteX3" fmla="*/ 0 w 1889521"/>
              <a:gd name="connsiteY3" fmla="*/ 660456 h 660456"/>
              <a:gd name="connsiteX4" fmla="*/ 0 w 1889521"/>
              <a:gd name="connsiteY4" fmla="*/ 0 h 6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9521" h="660456">
                <a:moveTo>
                  <a:pt x="0" y="0"/>
                </a:moveTo>
                <a:lnTo>
                  <a:pt x="1889521" y="0"/>
                </a:lnTo>
                <a:lnTo>
                  <a:pt x="1889521" y="660456"/>
                </a:lnTo>
                <a:lnTo>
                  <a:pt x="0" y="6604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92456" tIns="52832" rIns="92456" bIns="5283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latin typeface="Garamond" panose="02020404030301010803" pitchFamily="18" charset="0"/>
              </a:rPr>
              <a:t>Strain splitting model</a:t>
            </a:r>
            <a:endParaRPr lang="en-IN" b="1" kern="1200" dirty="0">
              <a:latin typeface="Garamond" panose="02020404030301010803" pitchFamily="18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B19F31C-7877-5CF6-B54D-C048E5143746}"/>
              </a:ext>
            </a:extLst>
          </p:cNvPr>
          <p:cNvSpPr/>
          <p:nvPr/>
        </p:nvSpPr>
        <p:spPr>
          <a:xfrm>
            <a:off x="9313704" y="2265945"/>
            <a:ext cx="2066284" cy="819104"/>
          </a:xfrm>
          <a:custGeom>
            <a:avLst/>
            <a:gdLst>
              <a:gd name="connsiteX0" fmla="*/ 0 w 1889521"/>
              <a:gd name="connsiteY0" fmla="*/ 0 h 660456"/>
              <a:gd name="connsiteX1" fmla="*/ 1889521 w 1889521"/>
              <a:gd name="connsiteY1" fmla="*/ 0 h 660456"/>
              <a:gd name="connsiteX2" fmla="*/ 1889521 w 1889521"/>
              <a:gd name="connsiteY2" fmla="*/ 660456 h 660456"/>
              <a:gd name="connsiteX3" fmla="*/ 0 w 1889521"/>
              <a:gd name="connsiteY3" fmla="*/ 660456 h 660456"/>
              <a:gd name="connsiteX4" fmla="*/ 0 w 1889521"/>
              <a:gd name="connsiteY4" fmla="*/ 0 h 66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9521" h="660456">
                <a:moveTo>
                  <a:pt x="0" y="0"/>
                </a:moveTo>
                <a:lnTo>
                  <a:pt x="1889521" y="0"/>
                </a:lnTo>
                <a:lnTo>
                  <a:pt x="1889521" y="660456"/>
                </a:lnTo>
                <a:lnTo>
                  <a:pt x="0" y="66045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92456" tIns="52832" rIns="92456" bIns="52832" numCol="1" spcCol="1270" anchor="ctr" anchorCtr="0">
            <a:noAutofit/>
          </a:bodyPr>
          <a:lstStyle/>
          <a:p>
            <a:pPr marL="0" lvl="0" indent="0" algn="ctr" defTabSz="5778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latin typeface="Garamond" panose="02020404030301010803" pitchFamily="18" charset="0"/>
              </a:rPr>
              <a:t>Stress splitting model</a:t>
            </a:r>
            <a:endParaRPr lang="en-IN" b="1" kern="1200" dirty="0">
              <a:latin typeface="Garamond" panose="02020404030301010803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50406E9-FC7E-AD0D-110D-0C4035A0E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79" y="3291225"/>
            <a:ext cx="2514378" cy="48172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980B3C-CA61-887B-CA24-5F93E3E5FF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477" y="3249820"/>
            <a:ext cx="2740859" cy="56741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62712F3-6CC5-D01C-A59F-448567BC8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6536" y="3816894"/>
            <a:ext cx="1927256" cy="5674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9DD7279-4ED4-05F9-4E6F-AA6D646E8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8756" y="3166164"/>
            <a:ext cx="3343098" cy="7318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39A7786-3E16-ECF7-7578-6C0B4B68E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3118" y="3156050"/>
            <a:ext cx="2471999" cy="5459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E9E09E2-7C95-8C8B-7F48-1ACA32EC99D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168" y="1350936"/>
            <a:ext cx="2800858" cy="56741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423C2F9-04FB-3C84-49C2-776DC233A8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4034" y="4311523"/>
            <a:ext cx="2423370" cy="209568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1371C4C-0965-6BE8-E226-CE2222E48EA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9986" y="4100601"/>
            <a:ext cx="2973324" cy="230660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94ADDB0-C60C-8F55-D867-965E1C375F7E}"/>
              </a:ext>
            </a:extLst>
          </p:cNvPr>
          <p:cNvSpPr txBox="1"/>
          <p:nvPr/>
        </p:nvSpPr>
        <p:spPr>
          <a:xfrm>
            <a:off x="7655959" y="6407205"/>
            <a:ext cx="45360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Fig 4. </a:t>
            </a:r>
            <a:r>
              <a:rPr lang="en-US" sz="1400" i="1" dirty="0">
                <a:solidFill>
                  <a:prstClr val="black"/>
                </a:solidFill>
                <a:latin typeface="Franklin Gothic Book" panose="020B0502020104020203"/>
              </a:rPr>
              <a:t>Plots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of different energetic degradation functions</a:t>
            </a:r>
            <a:endParaRPr kumimoji="0" lang="en-IN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9501BB-797F-1B46-4868-BA4F4DBD0B10}"/>
              </a:ext>
            </a:extLst>
          </p:cNvPr>
          <p:cNvSpPr txBox="1"/>
          <p:nvPr/>
        </p:nvSpPr>
        <p:spPr>
          <a:xfrm>
            <a:off x="84065" y="6422165"/>
            <a:ext cx="377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Fig 3. </a:t>
            </a:r>
            <a:r>
              <a:rPr lang="en-US" sz="1400" i="1" dirty="0">
                <a:solidFill>
                  <a:prstClr val="black"/>
                </a:solidFill>
                <a:latin typeface="Franklin Gothic Book" panose="020B0502020104020203"/>
              </a:rPr>
              <a:t>D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ifferent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energetic degradation functions</a:t>
            </a:r>
            <a:endParaRPr kumimoji="0" lang="en-IN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AD21F46-0FE3-2AEC-C407-55DE9B8001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3896" y="4648178"/>
            <a:ext cx="1806336" cy="29958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498F6607-0775-398C-F74F-C2CCDC8661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3896" y="5048226"/>
            <a:ext cx="1583670" cy="358211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D05B385-2400-6E94-9168-F289C67494D2}"/>
              </a:ext>
            </a:extLst>
          </p:cNvPr>
          <p:cNvSpPr txBox="1"/>
          <p:nvPr/>
        </p:nvSpPr>
        <p:spPr>
          <a:xfrm>
            <a:off x="5440206" y="5037105"/>
            <a:ext cx="2318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commonly used</a:t>
            </a:r>
            <a:endParaRPr lang="en-IN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CF0D6D4-01E8-6B47-9B29-04448052708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71431" y="5586170"/>
            <a:ext cx="4030824" cy="58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4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EE5C5-A8BE-FE95-CBB2-94393FA24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   Problem formulation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86FEC-D04A-E7AC-E1B5-7F199721E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0315"/>
            <a:ext cx="11439728" cy="5514182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Step 1: Define geometry (Mesh), material properties, boundary conditions, and initial conditions(if exist like predefined crack)</a:t>
            </a:r>
          </a:p>
          <a:p>
            <a:pPr lvl="1"/>
            <a:r>
              <a:rPr lang="en-US" dirty="0"/>
              <a:t>Step 2: Apply the load ( for a quasi-static problem time can be used as a load parameter especially while coding)</a:t>
            </a:r>
          </a:p>
          <a:p>
            <a:pPr lvl="1"/>
            <a:r>
              <a:rPr lang="en-US" dirty="0"/>
              <a:t>Step 3: Define governing differential equations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Step 4: The coupled partial differential equations can now be solved using a staggered scheme or any other method as provided</a:t>
            </a:r>
          </a:p>
          <a:p>
            <a:pPr marL="457200" lvl="1" indent="0">
              <a:buNone/>
            </a:pPr>
            <a:r>
              <a:rPr lang="en-US" dirty="0"/>
              <a:t>Note: The above analysis is for quasi-static problems only, for dynamic problems, we will get velocity field and damage rate field terms also in RHS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0DA5E8-66FB-19C3-E23C-18C591D06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080" y="2896624"/>
            <a:ext cx="1284273" cy="5578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E99240-6BFB-4309-D00D-DF2F97D8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652" y="3370836"/>
            <a:ext cx="2341128" cy="524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526071-4F62-DDBF-FC2C-BE4274002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8842" y="3895351"/>
            <a:ext cx="6218102" cy="105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728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245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Franklin Gothic Book</vt:lpstr>
      <vt:lpstr>Garamond</vt:lpstr>
      <vt:lpstr>Office Theme</vt:lpstr>
      <vt:lpstr>Phase field Equations</vt:lpstr>
      <vt:lpstr>   Variational Problem</vt:lpstr>
      <vt:lpstr>   Governing differential equation in Strong form</vt:lpstr>
      <vt:lpstr>   Effective crack driving force and energetic          degradation function</vt:lpstr>
      <vt:lpstr>   Problem formulation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field Equations</dc:title>
  <dc:creator>Ayush Saxena</dc:creator>
  <cp:lastModifiedBy>Ayush Saxena</cp:lastModifiedBy>
  <cp:revision>1</cp:revision>
  <dcterms:created xsi:type="dcterms:W3CDTF">2024-03-22T06:01:25Z</dcterms:created>
  <dcterms:modified xsi:type="dcterms:W3CDTF">2024-03-22T07:53:00Z</dcterms:modified>
</cp:coreProperties>
</file>